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A4500153-07DB-40A8-B862-79828ECFAC5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9CBC0EC2-AFFD-4154-A498-DEBF5E837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20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0153-07DB-40A8-B862-79828ECFAC5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C0EC2-AFFD-4154-A498-DEBF5E837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96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4500153-07DB-40A8-B862-79828ECFAC5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CBC0EC2-AFFD-4154-A498-DEBF5E837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193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0153-07DB-40A8-B862-79828ECFAC5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C0EC2-AFFD-4154-A498-DEBF5E837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987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0153-07DB-40A8-B862-79828ECFAC5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C0EC2-AFFD-4154-A498-DEBF5E837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375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0153-07DB-40A8-B862-79828ECFAC5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C0EC2-AFFD-4154-A498-DEBF5E837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642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0153-07DB-40A8-B862-79828ECFAC5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C0EC2-AFFD-4154-A498-DEBF5E837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652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0153-07DB-40A8-B862-79828ECFAC5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C0EC2-AFFD-4154-A498-DEBF5E837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594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0153-07DB-40A8-B862-79828ECFAC5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C0EC2-AFFD-4154-A498-DEBF5E837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291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0153-07DB-40A8-B862-79828ECFAC5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C0EC2-AFFD-4154-A498-DEBF5E837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4500153-07DB-40A8-B862-79828ECFAC5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CBC0EC2-AFFD-4154-A498-DEBF5E837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138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4500153-07DB-40A8-B862-79828ECFAC5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CBC0EC2-AFFD-4154-A498-DEBF5E83748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389055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4500153-07DB-40A8-B862-79828ECFAC5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CBC0EC2-AFFD-4154-A498-DEBF5E837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7907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0153-07DB-40A8-B862-79828ECFAC5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C0EC2-AFFD-4154-A498-DEBF5E837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4755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0153-07DB-40A8-B862-79828ECFAC5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C0EC2-AFFD-4154-A498-DEBF5E837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3797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0153-07DB-40A8-B862-79828ECFAC5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C0EC2-AFFD-4154-A498-DEBF5E837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8093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4500153-07DB-40A8-B862-79828ECFAC5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CBC0EC2-AFFD-4154-A498-DEBF5E837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922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500153-07DB-40A8-B862-79828ECFAC5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BC0EC2-AFFD-4154-A498-DEBF5E837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5925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BAC50-D8CF-F8CE-8401-BBBFE23835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       JAVASCRIPT</a:t>
            </a:r>
          </a:p>
        </p:txBody>
      </p:sp>
    </p:spTree>
    <p:extLst>
      <p:ext uri="{BB962C8B-B14F-4D97-AF65-F5344CB8AC3E}">
        <p14:creationId xmlns:p14="http://schemas.microsoft.com/office/powerpoint/2010/main" val="2111495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8B8AD3-3A95-9F97-21AD-40D9B005114D}"/>
              </a:ext>
            </a:extLst>
          </p:cNvPr>
          <p:cNvSpPr txBox="1"/>
          <p:nvPr/>
        </p:nvSpPr>
        <p:spPr>
          <a:xfrm>
            <a:off x="550164" y="877824"/>
            <a:ext cx="11311128" cy="10218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JAVASCRIPT</a:t>
            </a:r>
          </a:p>
          <a:p>
            <a:pPr algn="ctr"/>
            <a:endParaRPr lang="en-US" sz="4800" b="1" dirty="0"/>
          </a:p>
          <a:p>
            <a:r>
              <a:rPr lang="en-US" sz="4800" b="1" dirty="0"/>
              <a:t>   </a:t>
            </a:r>
            <a:r>
              <a:rPr lang="en-US" sz="3200" b="1" dirty="0"/>
              <a:t>Javascript is </a:t>
            </a:r>
            <a:r>
              <a:rPr lang="en-US" sz="3200" b="1" u="sng" dirty="0" err="1"/>
              <a:t>highlevel</a:t>
            </a:r>
            <a:r>
              <a:rPr lang="en-US" sz="3200" b="1" u="sng" dirty="0"/>
              <a:t>,</a:t>
            </a:r>
            <a:r>
              <a:rPr lang="en-US" sz="3200" b="1" dirty="0"/>
              <a:t> </a:t>
            </a:r>
            <a:r>
              <a:rPr lang="en-US" sz="3200" b="1" u="sng" dirty="0"/>
              <a:t>lightweight</a:t>
            </a:r>
            <a:r>
              <a:rPr lang="en-US" sz="3200" b="1" dirty="0"/>
              <a:t>, </a:t>
            </a:r>
            <a:r>
              <a:rPr lang="en-US" sz="3200" b="1" u="sng" dirty="0"/>
              <a:t>cross-</a:t>
            </a:r>
            <a:r>
              <a:rPr lang="en-US" sz="3200" b="1" u="sng" dirty="0" err="1"/>
              <a:t>platfrom</a:t>
            </a:r>
            <a:r>
              <a:rPr lang="en-US" sz="3200" b="1" dirty="0"/>
              <a:t>, </a:t>
            </a:r>
            <a:r>
              <a:rPr lang="en-US" sz="3200" b="1" u="sng" dirty="0"/>
              <a:t>single threaded</a:t>
            </a:r>
            <a:r>
              <a:rPr lang="en-US" sz="3200" b="1" dirty="0"/>
              <a:t>, </a:t>
            </a:r>
            <a:r>
              <a:rPr lang="en-US" sz="3200" b="1" u="sng" dirty="0"/>
              <a:t>weakly type </a:t>
            </a:r>
            <a:r>
              <a:rPr lang="en-US" sz="3200" b="1" dirty="0"/>
              <a:t>scripting language used for both client-side &amp; server-side development. </a:t>
            </a:r>
          </a:p>
          <a:p>
            <a:r>
              <a:rPr lang="en-US" sz="3200" b="1" dirty="0"/>
              <a:t>Javascript is a </a:t>
            </a:r>
            <a:r>
              <a:rPr lang="en-US" sz="3200" b="1" u="sng" dirty="0"/>
              <a:t>multi-paradigm</a:t>
            </a:r>
            <a:r>
              <a:rPr lang="en-US" sz="3200" b="1" dirty="0"/>
              <a:t> language. </a:t>
            </a:r>
            <a:r>
              <a:rPr lang="en-US" sz="3200" b="1" u="sng" dirty="0"/>
              <a:t>Multi-paradigm</a:t>
            </a:r>
            <a:r>
              <a:rPr lang="en-US" sz="3200" b="1" dirty="0"/>
              <a:t> language thar supports </a:t>
            </a:r>
            <a:r>
              <a:rPr lang="en-US" sz="3200" b="1" u="sng" dirty="0"/>
              <a:t>imperative</a:t>
            </a:r>
            <a:r>
              <a:rPr lang="en-US" sz="3200" b="1" dirty="0"/>
              <a:t>, </a:t>
            </a:r>
            <a:r>
              <a:rPr lang="en-US" sz="3200" b="1" u="sng" dirty="0" err="1"/>
              <a:t>declarertive</a:t>
            </a:r>
            <a:r>
              <a:rPr lang="en-US" sz="3200" b="1" dirty="0"/>
              <a:t> and </a:t>
            </a:r>
            <a:r>
              <a:rPr lang="en-US" sz="3200" b="1" u="sng" dirty="0"/>
              <a:t>object-oriented</a:t>
            </a:r>
            <a:r>
              <a:rPr lang="en-US" sz="3200" b="1" dirty="0"/>
              <a:t> programming styles.</a:t>
            </a:r>
            <a:endParaRPr lang="en-US" sz="4800" b="1" dirty="0"/>
          </a:p>
          <a:p>
            <a:pPr algn="ctr"/>
            <a:endParaRPr lang="en-US" sz="4800" b="1" dirty="0"/>
          </a:p>
          <a:p>
            <a:pPr algn="ctr"/>
            <a:endParaRPr lang="en-US" sz="4800" b="1" dirty="0"/>
          </a:p>
          <a:p>
            <a:pPr algn="ctr"/>
            <a:endParaRPr lang="en-US" sz="4800" b="1" dirty="0"/>
          </a:p>
          <a:p>
            <a:pPr algn="ctr"/>
            <a:endParaRPr lang="en-US" sz="4800" b="1" dirty="0"/>
          </a:p>
          <a:p>
            <a:pPr algn="ctr"/>
            <a:endParaRPr lang="en-US" sz="4800" b="1" dirty="0"/>
          </a:p>
          <a:p>
            <a:pPr algn="ctr"/>
            <a:endParaRPr lang="en-US" sz="4800" b="1" dirty="0"/>
          </a:p>
          <a:p>
            <a:pPr algn="ctr"/>
            <a:endParaRPr lang="en-US" sz="4800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067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7C757AA-B173-585A-2EFC-D0CED2B0F1C9}"/>
              </a:ext>
            </a:extLst>
          </p:cNvPr>
          <p:cNvSpPr txBox="1"/>
          <p:nvPr/>
        </p:nvSpPr>
        <p:spPr>
          <a:xfrm>
            <a:off x="1271016" y="1069848"/>
            <a:ext cx="10140696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u="sng" dirty="0" err="1"/>
              <a:t>Highlevel</a:t>
            </a:r>
            <a:r>
              <a:rPr lang="en-US" b="1" u="sng" dirty="0"/>
              <a:t> Language </a:t>
            </a:r>
            <a:r>
              <a:rPr lang="en-US" dirty="0"/>
              <a:t>- </a:t>
            </a:r>
            <a:r>
              <a:rPr lang="en-IN" b="1" dirty="0"/>
              <a:t>High level language</a:t>
            </a:r>
            <a:r>
              <a:rPr lang="en-IN" dirty="0"/>
              <a:t> </a:t>
            </a:r>
            <a:r>
              <a:rPr lang="en-IN" dirty="0" err="1"/>
              <a:t>হলো</a:t>
            </a:r>
            <a:r>
              <a:rPr lang="en-IN" dirty="0"/>
              <a:t> </a:t>
            </a:r>
            <a:r>
              <a:rPr lang="en-IN" dirty="0" err="1"/>
              <a:t>এমন</a:t>
            </a:r>
            <a:r>
              <a:rPr lang="en-IN" dirty="0"/>
              <a:t> </a:t>
            </a:r>
            <a:r>
              <a:rPr lang="en-IN" dirty="0" err="1"/>
              <a:t>একটি</a:t>
            </a:r>
            <a:r>
              <a:rPr lang="en-IN" dirty="0"/>
              <a:t> </a:t>
            </a:r>
            <a:r>
              <a:rPr lang="en-IN" b="1" dirty="0"/>
              <a:t>programming language</a:t>
            </a:r>
            <a:r>
              <a:rPr lang="en-IN" dirty="0"/>
              <a:t> </a:t>
            </a:r>
            <a:r>
              <a:rPr lang="en-IN" dirty="0" err="1"/>
              <a:t>যা</a:t>
            </a:r>
            <a:r>
              <a:rPr lang="en-IN" dirty="0"/>
              <a:t> </a:t>
            </a:r>
            <a:r>
              <a:rPr lang="en-IN" dirty="0" err="1"/>
              <a:t>মানুষের</a:t>
            </a:r>
            <a:r>
              <a:rPr lang="en-IN" dirty="0"/>
              <a:t> </a:t>
            </a:r>
            <a:r>
              <a:rPr lang="en-IN" dirty="0" err="1"/>
              <a:t>জন্য</a:t>
            </a:r>
            <a:r>
              <a:rPr lang="en-IN" dirty="0"/>
              <a:t> </a:t>
            </a:r>
            <a:r>
              <a:rPr lang="en-IN" dirty="0" err="1"/>
              <a:t>সহজে</a:t>
            </a:r>
            <a:r>
              <a:rPr lang="en-IN" dirty="0"/>
              <a:t> </a:t>
            </a:r>
            <a:r>
              <a:rPr lang="en-IN" dirty="0" err="1"/>
              <a:t>পড়া</a:t>
            </a:r>
            <a:r>
              <a:rPr lang="en-IN" dirty="0"/>
              <a:t> ও </a:t>
            </a:r>
            <a:r>
              <a:rPr lang="en-IN" dirty="0" err="1"/>
              <a:t>লেখা</a:t>
            </a:r>
            <a:r>
              <a:rPr lang="en-IN" dirty="0"/>
              <a:t> </a:t>
            </a:r>
            <a:r>
              <a:rPr lang="en-IN" dirty="0" err="1"/>
              <a:t>যায়</a:t>
            </a:r>
            <a:r>
              <a:rPr lang="en-IN" dirty="0"/>
              <a:t>। </a:t>
            </a:r>
            <a:r>
              <a:rPr lang="en-US" dirty="0"/>
              <a:t>High-level language </a:t>
            </a:r>
            <a:r>
              <a:rPr lang="as-IN" dirty="0"/>
              <a:t>সরাসরি কম্পিউটার বুঝতে পারে না। তাই এটি </a:t>
            </a:r>
            <a:r>
              <a:rPr lang="en-US" b="1" dirty="0"/>
              <a:t>compiler</a:t>
            </a:r>
            <a:r>
              <a:rPr lang="en-US" dirty="0"/>
              <a:t> </a:t>
            </a:r>
            <a:r>
              <a:rPr lang="as-IN" dirty="0"/>
              <a:t>বা </a:t>
            </a:r>
            <a:r>
              <a:rPr lang="en-US" b="1" dirty="0"/>
              <a:t>interpreter</a:t>
            </a:r>
            <a:r>
              <a:rPr lang="en-US" dirty="0"/>
              <a:t> </a:t>
            </a:r>
            <a:r>
              <a:rPr lang="as-IN" dirty="0"/>
              <a:t>দিয়ে </a:t>
            </a:r>
            <a:r>
              <a:rPr lang="en-US" dirty="0"/>
              <a:t>machine language-</a:t>
            </a:r>
            <a:r>
              <a:rPr lang="as-IN" dirty="0"/>
              <a:t>এ </a:t>
            </a:r>
            <a:r>
              <a:rPr lang="en-US" dirty="0"/>
              <a:t>convert </a:t>
            </a:r>
            <a:r>
              <a:rPr lang="as-IN" dirty="0"/>
              <a:t>করা হয়।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u="sng" dirty="0"/>
              <a:t>Lightweight - </a:t>
            </a:r>
            <a:r>
              <a:rPr lang="en-IN" dirty="0"/>
              <a:t>JavaScript </a:t>
            </a:r>
            <a:r>
              <a:rPr lang="en-IN" dirty="0" err="1"/>
              <a:t>কে</a:t>
            </a:r>
            <a:r>
              <a:rPr lang="en-IN" dirty="0"/>
              <a:t> </a:t>
            </a:r>
            <a:r>
              <a:rPr lang="en-IN" dirty="0" err="1"/>
              <a:t>প্রায়ই</a:t>
            </a:r>
            <a:r>
              <a:rPr lang="en-IN" dirty="0"/>
              <a:t> </a:t>
            </a:r>
            <a:r>
              <a:rPr lang="en-IN" b="1" dirty="0"/>
              <a:t>lightweight language</a:t>
            </a:r>
            <a:r>
              <a:rPr lang="en-IN" dirty="0"/>
              <a:t> </a:t>
            </a:r>
            <a:r>
              <a:rPr lang="en-IN" dirty="0" err="1"/>
              <a:t>বলা</a:t>
            </a:r>
            <a:r>
              <a:rPr lang="en-IN" dirty="0"/>
              <a:t> </a:t>
            </a:r>
            <a:r>
              <a:rPr lang="en-IN" dirty="0" err="1"/>
              <a:t>হয়</a:t>
            </a:r>
            <a:r>
              <a:rPr lang="en-IN" dirty="0"/>
              <a:t>, </a:t>
            </a:r>
            <a:r>
              <a:rPr lang="en-IN" dirty="0" err="1"/>
              <a:t>কারণ</a:t>
            </a:r>
            <a:r>
              <a:rPr lang="en-IN" dirty="0"/>
              <a:t> </a:t>
            </a:r>
            <a:r>
              <a:rPr lang="en-IN" dirty="0" err="1"/>
              <a:t>এটি</a:t>
            </a:r>
            <a:r>
              <a:rPr lang="en-IN" dirty="0"/>
              <a:t> </a:t>
            </a:r>
            <a:r>
              <a:rPr lang="en-IN" dirty="0" err="1"/>
              <a:t>ব্রাউজারে</a:t>
            </a:r>
            <a:r>
              <a:rPr lang="en-IN" dirty="0"/>
              <a:t> </a:t>
            </a:r>
            <a:r>
              <a:rPr lang="en-IN" dirty="0" err="1"/>
              <a:t>দ্রুত</a:t>
            </a:r>
            <a:r>
              <a:rPr lang="en-IN" dirty="0"/>
              <a:t> </a:t>
            </a:r>
            <a:r>
              <a:rPr lang="en-IN" dirty="0" err="1"/>
              <a:t>চলে</a:t>
            </a:r>
            <a:r>
              <a:rPr lang="en-IN" dirty="0"/>
              <a:t> </a:t>
            </a:r>
            <a:r>
              <a:rPr lang="en-IN" dirty="0" err="1"/>
              <a:t>এবং</a:t>
            </a:r>
            <a:r>
              <a:rPr lang="en-IN" dirty="0"/>
              <a:t> </a:t>
            </a:r>
            <a:r>
              <a:rPr lang="en-IN" dirty="0" err="1"/>
              <a:t>বেশি</a:t>
            </a:r>
            <a:r>
              <a:rPr lang="en-IN" dirty="0"/>
              <a:t> </a:t>
            </a:r>
            <a:r>
              <a:rPr lang="en-IN" dirty="0" err="1"/>
              <a:t>মেমরি</a:t>
            </a:r>
            <a:r>
              <a:rPr lang="en-IN" dirty="0"/>
              <a:t> </a:t>
            </a:r>
            <a:r>
              <a:rPr lang="en-IN" dirty="0" err="1"/>
              <a:t>লাগে</a:t>
            </a:r>
            <a:r>
              <a:rPr lang="en-IN" dirty="0"/>
              <a:t> </a:t>
            </a:r>
            <a:r>
              <a:rPr lang="en-IN" dirty="0" err="1"/>
              <a:t>না</a:t>
            </a:r>
            <a:r>
              <a:rPr lang="en-IN" dirty="0"/>
              <a:t>।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u="sng" dirty="0"/>
              <a:t>Cross </a:t>
            </a:r>
            <a:r>
              <a:rPr lang="en-IN" b="1" u="sng" dirty="0" err="1"/>
              <a:t>Platfrom</a:t>
            </a:r>
            <a:r>
              <a:rPr lang="en-IN" b="1" u="sng" dirty="0"/>
              <a:t> - </a:t>
            </a:r>
            <a:r>
              <a:rPr lang="en-IN" b="1" dirty="0"/>
              <a:t>Cross-Platform</a:t>
            </a:r>
            <a:r>
              <a:rPr lang="en-IN" dirty="0"/>
              <a:t> </a:t>
            </a:r>
            <a:r>
              <a:rPr lang="en-IN" dirty="0" err="1"/>
              <a:t>বলতে</a:t>
            </a:r>
            <a:r>
              <a:rPr lang="en-IN" dirty="0"/>
              <a:t> </a:t>
            </a:r>
            <a:r>
              <a:rPr lang="en-IN" dirty="0" err="1"/>
              <a:t>বোঝায়</a:t>
            </a:r>
            <a:r>
              <a:rPr lang="en-IN" dirty="0"/>
              <a:t> </a:t>
            </a:r>
            <a:r>
              <a:rPr lang="en-IN" dirty="0" err="1"/>
              <a:t>এমন</a:t>
            </a:r>
            <a:r>
              <a:rPr lang="en-IN" dirty="0"/>
              <a:t> </a:t>
            </a:r>
            <a:r>
              <a:rPr lang="en-IN" dirty="0" err="1"/>
              <a:t>সফটওয়্যার</a:t>
            </a:r>
            <a:r>
              <a:rPr lang="en-IN" dirty="0"/>
              <a:t> </a:t>
            </a:r>
            <a:r>
              <a:rPr lang="en-IN" dirty="0" err="1"/>
              <a:t>বা</a:t>
            </a:r>
            <a:r>
              <a:rPr lang="en-IN" dirty="0"/>
              <a:t> </a:t>
            </a:r>
            <a:r>
              <a:rPr lang="en-IN" dirty="0" err="1"/>
              <a:t>প্রোগ্রাম</a:t>
            </a:r>
            <a:r>
              <a:rPr lang="en-IN" dirty="0"/>
              <a:t> </a:t>
            </a:r>
            <a:r>
              <a:rPr lang="en-IN" dirty="0" err="1"/>
              <a:t>যা</a:t>
            </a:r>
            <a:r>
              <a:rPr lang="en-IN" dirty="0"/>
              <a:t> </a:t>
            </a:r>
            <a:r>
              <a:rPr lang="en-IN" b="1" dirty="0" err="1"/>
              <a:t>একই</a:t>
            </a:r>
            <a:r>
              <a:rPr lang="en-IN" b="1" dirty="0"/>
              <a:t> </a:t>
            </a:r>
            <a:r>
              <a:rPr lang="en-IN" b="1" dirty="0" err="1"/>
              <a:t>কোড</a:t>
            </a:r>
            <a:r>
              <a:rPr lang="en-IN" b="1" dirty="0"/>
              <a:t> </a:t>
            </a:r>
            <a:r>
              <a:rPr lang="en-IN" b="1" dirty="0" err="1"/>
              <a:t>দিয়ে</a:t>
            </a:r>
            <a:r>
              <a:rPr lang="en-IN" b="1" dirty="0"/>
              <a:t> </a:t>
            </a:r>
            <a:r>
              <a:rPr lang="en-IN" b="1" dirty="0" err="1"/>
              <a:t>বিভিন্ন</a:t>
            </a:r>
            <a:r>
              <a:rPr lang="en-IN" b="1" dirty="0"/>
              <a:t> Operating System </a:t>
            </a:r>
            <a:r>
              <a:rPr lang="en-IN" b="1" dirty="0" err="1"/>
              <a:t>বা</a:t>
            </a:r>
            <a:r>
              <a:rPr lang="en-IN" b="1" dirty="0"/>
              <a:t> device-এ </a:t>
            </a:r>
            <a:r>
              <a:rPr lang="en-IN" b="1" dirty="0" err="1"/>
              <a:t>চলতে</a:t>
            </a:r>
            <a:r>
              <a:rPr lang="en-IN" b="1" dirty="0"/>
              <a:t> </a:t>
            </a:r>
            <a:r>
              <a:rPr lang="en-IN" b="1" dirty="0" err="1"/>
              <a:t>পারে</a:t>
            </a:r>
            <a:r>
              <a:rPr lang="en-IN" b="1" dirty="0"/>
              <a:t>। </a:t>
            </a:r>
            <a:r>
              <a:rPr lang="en-IN" dirty="0" err="1"/>
              <a:t>একটি</a:t>
            </a:r>
            <a:r>
              <a:rPr lang="en-IN" dirty="0"/>
              <a:t> </a:t>
            </a:r>
            <a:r>
              <a:rPr lang="en-IN" dirty="0" err="1"/>
              <a:t>প্রোগ্রাম</a:t>
            </a:r>
            <a:r>
              <a:rPr lang="en-IN" dirty="0"/>
              <a:t> </a:t>
            </a:r>
            <a:r>
              <a:rPr lang="en-IN" dirty="0" err="1"/>
              <a:t>যদি</a:t>
            </a:r>
            <a:r>
              <a:rPr lang="en-IN" dirty="0"/>
              <a:t> </a:t>
            </a:r>
            <a:r>
              <a:rPr lang="en-IN" b="1" dirty="0"/>
              <a:t>Windows, Linux, Mac </a:t>
            </a:r>
            <a:r>
              <a:rPr lang="en-IN" b="1" dirty="0" err="1"/>
              <a:t>বা</a:t>
            </a:r>
            <a:r>
              <a:rPr lang="en-IN" b="1" dirty="0"/>
              <a:t> Mobile-</a:t>
            </a:r>
            <a:r>
              <a:rPr lang="en-IN" b="1" dirty="0" err="1"/>
              <a:t>এও</a:t>
            </a:r>
            <a:r>
              <a:rPr lang="en-IN" b="1" dirty="0"/>
              <a:t> </a:t>
            </a:r>
            <a:r>
              <a:rPr lang="en-IN" b="1" dirty="0" err="1"/>
              <a:t>কাজ</a:t>
            </a:r>
            <a:r>
              <a:rPr lang="en-IN" b="1" dirty="0"/>
              <a:t> </a:t>
            </a:r>
            <a:r>
              <a:rPr lang="en-IN" b="1" dirty="0" err="1"/>
              <a:t>করে</a:t>
            </a:r>
            <a:r>
              <a:rPr lang="en-IN" dirty="0"/>
              <a:t>, </a:t>
            </a:r>
            <a:r>
              <a:rPr lang="en-IN" dirty="0" err="1"/>
              <a:t>তাহলে</a:t>
            </a:r>
            <a:r>
              <a:rPr lang="en-IN" dirty="0"/>
              <a:t> </a:t>
            </a:r>
            <a:r>
              <a:rPr lang="en-IN" dirty="0" err="1"/>
              <a:t>তাকে</a:t>
            </a:r>
            <a:r>
              <a:rPr lang="en-IN" dirty="0"/>
              <a:t> </a:t>
            </a:r>
            <a:r>
              <a:rPr lang="en-IN" b="1" dirty="0"/>
              <a:t>Cross-Platform</a:t>
            </a:r>
            <a:r>
              <a:rPr lang="en-IN" dirty="0"/>
              <a:t> </a:t>
            </a:r>
            <a:r>
              <a:rPr lang="en-IN" dirty="0" err="1"/>
              <a:t>বলা</a:t>
            </a:r>
            <a:r>
              <a:rPr lang="en-IN" dirty="0"/>
              <a:t> </a:t>
            </a:r>
            <a:r>
              <a:rPr lang="en-IN" dirty="0" err="1"/>
              <a:t>হয়</a:t>
            </a:r>
            <a:r>
              <a:rPr lang="en-IN" dirty="0"/>
              <a:t>।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u="sng" dirty="0"/>
              <a:t>Single threaded - </a:t>
            </a:r>
            <a:r>
              <a:rPr lang="en-IN" b="1" dirty="0"/>
              <a:t>Single Threaded</a:t>
            </a:r>
            <a:r>
              <a:rPr lang="en-IN" dirty="0"/>
              <a:t> </a:t>
            </a:r>
            <a:r>
              <a:rPr lang="en-IN" dirty="0" err="1"/>
              <a:t>বলতে</a:t>
            </a:r>
            <a:r>
              <a:rPr lang="en-IN" dirty="0"/>
              <a:t> </a:t>
            </a:r>
            <a:r>
              <a:rPr lang="en-IN" dirty="0" err="1"/>
              <a:t>বোঝায়</a:t>
            </a:r>
            <a:r>
              <a:rPr lang="en-IN" dirty="0"/>
              <a:t> </a:t>
            </a:r>
            <a:r>
              <a:rPr lang="en-IN" dirty="0" err="1"/>
              <a:t>এমন</a:t>
            </a:r>
            <a:r>
              <a:rPr lang="en-IN" dirty="0"/>
              <a:t> </a:t>
            </a:r>
            <a:r>
              <a:rPr lang="en-IN" dirty="0" err="1"/>
              <a:t>প্রোগ্রামিং</a:t>
            </a:r>
            <a:r>
              <a:rPr lang="en-IN" dirty="0"/>
              <a:t> </a:t>
            </a:r>
            <a:r>
              <a:rPr lang="en-IN" dirty="0" err="1"/>
              <a:t>সিস্টেম</a:t>
            </a:r>
            <a:r>
              <a:rPr lang="en-IN" dirty="0"/>
              <a:t> </a:t>
            </a:r>
            <a:r>
              <a:rPr lang="en-IN" dirty="0" err="1"/>
              <a:t>যেখানে</a:t>
            </a:r>
            <a:r>
              <a:rPr lang="en-IN" dirty="0"/>
              <a:t> </a:t>
            </a:r>
            <a:r>
              <a:rPr lang="en-IN" b="1" dirty="0" err="1"/>
              <a:t>এক</a:t>
            </a:r>
            <a:r>
              <a:rPr lang="en-IN" b="1" dirty="0"/>
              <a:t> </a:t>
            </a:r>
            <a:r>
              <a:rPr lang="en-IN" b="1" dirty="0" err="1"/>
              <a:t>সময়ে</a:t>
            </a:r>
            <a:r>
              <a:rPr lang="en-IN" b="1" dirty="0"/>
              <a:t> </a:t>
            </a:r>
            <a:r>
              <a:rPr lang="en-IN" b="1" dirty="0" err="1"/>
              <a:t>একটি</a:t>
            </a:r>
            <a:r>
              <a:rPr lang="en-IN" b="1" dirty="0"/>
              <a:t> </a:t>
            </a:r>
            <a:r>
              <a:rPr lang="en-IN" b="1" dirty="0" err="1"/>
              <a:t>কাজ</a:t>
            </a:r>
            <a:r>
              <a:rPr lang="en-IN" b="1" dirty="0"/>
              <a:t> (task) </a:t>
            </a:r>
            <a:r>
              <a:rPr lang="en-IN" b="1" dirty="0" err="1"/>
              <a:t>করা</a:t>
            </a:r>
            <a:r>
              <a:rPr lang="en-IN" b="1" dirty="0"/>
              <a:t> </a:t>
            </a:r>
            <a:r>
              <a:rPr lang="en-IN" b="1" dirty="0" err="1"/>
              <a:t>হয়</a:t>
            </a:r>
            <a:r>
              <a:rPr lang="en-IN" b="1" dirty="0"/>
              <a:t>।</a:t>
            </a:r>
            <a:r>
              <a:rPr lang="en-IN" dirty="0"/>
              <a:t> </a:t>
            </a:r>
            <a:r>
              <a:rPr lang="en-IN" dirty="0" err="1"/>
              <a:t>কম্পিউটার</a:t>
            </a:r>
            <a:r>
              <a:rPr lang="en-IN" dirty="0"/>
              <a:t> </a:t>
            </a:r>
            <a:r>
              <a:rPr lang="en-IN" b="1" dirty="0" err="1"/>
              <a:t>একটি</a:t>
            </a:r>
            <a:r>
              <a:rPr lang="en-IN" b="1" dirty="0"/>
              <a:t> </a:t>
            </a:r>
            <a:r>
              <a:rPr lang="en-IN" b="1" dirty="0" err="1"/>
              <a:t>করে</a:t>
            </a:r>
            <a:r>
              <a:rPr lang="en-IN" b="1" dirty="0"/>
              <a:t> instruction </a:t>
            </a:r>
            <a:r>
              <a:rPr lang="en-IN" b="1" dirty="0" err="1"/>
              <a:t>বা</a:t>
            </a:r>
            <a:r>
              <a:rPr lang="en-IN" b="1" dirty="0"/>
              <a:t> </a:t>
            </a:r>
            <a:r>
              <a:rPr lang="en-IN" b="1" dirty="0" err="1"/>
              <a:t>কাজ</a:t>
            </a:r>
            <a:r>
              <a:rPr lang="en-IN" b="1" dirty="0"/>
              <a:t> </a:t>
            </a:r>
            <a:r>
              <a:rPr lang="en-IN" b="1" dirty="0" err="1"/>
              <a:t>একটার</a:t>
            </a:r>
            <a:r>
              <a:rPr lang="en-IN" b="1" dirty="0"/>
              <a:t> </a:t>
            </a:r>
            <a:r>
              <a:rPr lang="en-IN" b="1" dirty="0" err="1"/>
              <a:t>পর</a:t>
            </a:r>
            <a:r>
              <a:rPr lang="en-IN" b="1" dirty="0"/>
              <a:t> </a:t>
            </a:r>
            <a:r>
              <a:rPr lang="en-IN" b="1" dirty="0" err="1"/>
              <a:t>একটা</a:t>
            </a:r>
            <a:r>
              <a:rPr lang="en-IN" b="1" dirty="0"/>
              <a:t> </a:t>
            </a:r>
            <a:r>
              <a:rPr lang="en-IN" b="1" dirty="0" err="1"/>
              <a:t>করে</a:t>
            </a:r>
            <a:r>
              <a:rPr lang="en-IN" dirty="0"/>
              <a:t> </a:t>
            </a:r>
            <a:r>
              <a:rPr lang="en-IN" dirty="0" err="1"/>
              <a:t>সম্পন্ন</a:t>
            </a:r>
            <a:r>
              <a:rPr lang="en-IN" dirty="0"/>
              <a:t> </a:t>
            </a:r>
            <a:r>
              <a:rPr lang="en-IN" dirty="0" err="1"/>
              <a:t>করে</a:t>
            </a:r>
            <a:r>
              <a:rPr lang="en-IN" dirty="0"/>
              <a:t>।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b="1" u="sng" dirty="0"/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 u="sng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as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US" dirty="0"/>
          </a:p>
          <a:p>
            <a:r>
              <a:rPr lang="en-IN" dirty="0"/>
              <a:t> 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854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31E9F4-3A02-6406-940E-C81079E45616}"/>
              </a:ext>
            </a:extLst>
          </p:cNvPr>
          <p:cNvSpPr txBox="1"/>
          <p:nvPr/>
        </p:nvSpPr>
        <p:spPr>
          <a:xfrm>
            <a:off x="952500" y="1344168"/>
            <a:ext cx="1012088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u="sng" dirty="0"/>
              <a:t>Weakly Type - </a:t>
            </a:r>
            <a:r>
              <a:rPr lang="en-IN" b="1" dirty="0"/>
              <a:t>Weakly Typing</a:t>
            </a:r>
            <a:r>
              <a:rPr lang="en-IN" dirty="0"/>
              <a:t> </a:t>
            </a:r>
            <a:r>
              <a:rPr lang="en-IN" dirty="0" err="1"/>
              <a:t>বলতে</a:t>
            </a:r>
            <a:r>
              <a:rPr lang="en-IN" dirty="0"/>
              <a:t> </a:t>
            </a:r>
            <a:r>
              <a:rPr lang="en-IN" dirty="0" err="1"/>
              <a:t>বোঝায়</a:t>
            </a:r>
            <a:r>
              <a:rPr lang="en-IN" dirty="0"/>
              <a:t> </a:t>
            </a:r>
            <a:r>
              <a:rPr lang="en-IN" dirty="0" err="1"/>
              <a:t>এমন</a:t>
            </a:r>
            <a:r>
              <a:rPr lang="en-IN" dirty="0"/>
              <a:t> programming system </a:t>
            </a:r>
            <a:r>
              <a:rPr lang="en-IN" dirty="0" err="1"/>
              <a:t>যেখানে</a:t>
            </a:r>
            <a:r>
              <a:rPr lang="en-IN" dirty="0"/>
              <a:t> </a:t>
            </a:r>
            <a:r>
              <a:rPr lang="en-IN" b="1" dirty="0"/>
              <a:t>variable </a:t>
            </a:r>
            <a:r>
              <a:rPr lang="en-IN" b="1" dirty="0" err="1"/>
              <a:t>এর</a:t>
            </a:r>
            <a:r>
              <a:rPr lang="en-IN" b="1" dirty="0"/>
              <a:t> data type </a:t>
            </a:r>
            <a:r>
              <a:rPr lang="en-IN" b="1" dirty="0" err="1"/>
              <a:t>কঠোরভাবে</a:t>
            </a:r>
            <a:r>
              <a:rPr lang="en-IN" b="1" dirty="0"/>
              <a:t> </a:t>
            </a:r>
            <a:r>
              <a:rPr lang="en-IN" b="1" dirty="0" err="1"/>
              <a:t>নির্দিষ্ট</a:t>
            </a:r>
            <a:r>
              <a:rPr lang="en-IN" b="1" dirty="0"/>
              <a:t> </a:t>
            </a:r>
            <a:r>
              <a:rPr lang="en-IN" b="1" dirty="0" err="1"/>
              <a:t>করতে</a:t>
            </a:r>
            <a:r>
              <a:rPr lang="en-IN" b="1" dirty="0"/>
              <a:t> </a:t>
            </a:r>
            <a:r>
              <a:rPr lang="en-IN" b="1" dirty="0" err="1"/>
              <a:t>হয়</a:t>
            </a:r>
            <a:r>
              <a:rPr lang="en-IN" b="1" dirty="0"/>
              <a:t> </a:t>
            </a:r>
            <a:r>
              <a:rPr lang="en-IN" b="1" dirty="0" err="1"/>
              <a:t>না</a:t>
            </a:r>
            <a:r>
              <a:rPr lang="en-IN" dirty="0"/>
              <a:t> </a:t>
            </a:r>
            <a:r>
              <a:rPr lang="en-IN" dirty="0" err="1"/>
              <a:t>এবং</a:t>
            </a:r>
            <a:r>
              <a:rPr lang="en-IN" dirty="0"/>
              <a:t> </a:t>
            </a:r>
            <a:r>
              <a:rPr lang="en-IN" dirty="0" err="1"/>
              <a:t>প্রয়োজনে</a:t>
            </a:r>
            <a:r>
              <a:rPr lang="en-IN" dirty="0"/>
              <a:t> type automatically change </a:t>
            </a:r>
            <a:r>
              <a:rPr lang="en-IN" dirty="0" err="1"/>
              <a:t>হতে</a:t>
            </a:r>
            <a:r>
              <a:rPr lang="en-IN" dirty="0"/>
              <a:t> </a:t>
            </a:r>
            <a:r>
              <a:rPr lang="en-IN" dirty="0" err="1"/>
              <a:t>পারে</a:t>
            </a:r>
            <a:r>
              <a:rPr lang="en-IN" dirty="0"/>
              <a:t>।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u="sng" dirty="0"/>
              <a:t>Scripting Language - </a:t>
            </a:r>
            <a:r>
              <a:rPr lang="en-IN" dirty="0"/>
              <a:t>Script language-এ program </a:t>
            </a:r>
            <a:r>
              <a:rPr lang="en-IN" b="1" dirty="0"/>
              <a:t>line by line (</a:t>
            </a:r>
            <a:r>
              <a:rPr lang="en-IN" b="1" dirty="0" err="1"/>
              <a:t>একটার</a:t>
            </a:r>
            <a:r>
              <a:rPr lang="en-IN" b="1" dirty="0"/>
              <a:t> </a:t>
            </a:r>
            <a:r>
              <a:rPr lang="en-IN" b="1" dirty="0" err="1"/>
              <a:t>পর</a:t>
            </a:r>
            <a:r>
              <a:rPr lang="en-IN" b="1" dirty="0"/>
              <a:t> </a:t>
            </a:r>
            <a:r>
              <a:rPr lang="en-IN" b="1" dirty="0" err="1"/>
              <a:t>একটা</a:t>
            </a:r>
            <a:r>
              <a:rPr lang="en-IN" b="1" dirty="0"/>
              <a:t>)</a:t>
            </a:r>
            <a:r>
              <a:rPr lang="en-IN" dirty="0"/>
              <a:t> check ও run </a:t>
            </a:r>
            <a:r>
              <a:rPr lang="en-IN" dirty="0" err="1"/>
              <a:t>হয়</a:t>
            </a:r>
            <a:r>
              <a:rPr lang="en-IN" dirty="0"/>
              <a:t>।</a:t>
            </a:r>
          </a:p>
          <a:p>
            <a:r>
              <a:rPr lang="en-IN" b="1" u="sng" dirty="0"/>
              <a:t> </a:t>
            </a:r>
            <a:endParaRPr lang="en-US" b="1" u="sng" dirty="0"/>
          </a:p>
          <a:p>
            <a:endParaRPr lang="en-US" b="1" u="sng" dirty="0"/>
          </a:p>
          <a:p>
            <a:endParaRPr lang="en-IN" b="1" u="sng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b="1" u="sng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dirty="0"/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b="1" u="sng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b="1" u="sng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150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3603FF-8035-CD7E-62ED-0CBCF27E51AD}"/>
              </a:ext>
            </a:extLst>
          </p:cNvPr>
          <p:cNvSpPr txBox="1"/>
          <p:nvPr/>
        </p:nvSpPr>
        <p:spPr>
          <a:xfrm>
            <a:off x="1217676" y="1389888"/>
            <a:ext cx="975664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 Multi-paradigm : - </a:t>
            </a:r>
            <a:r>
              <a:rPr lang="en-IN" b="1" dirty="0"/>
              <a:t>Multi-Paradigm</a:t>
            </a:r>
            <a:r>
              <a:rPr lang="en-IN" dirty="0"/>
              <a:t> </a:t>
            </a:r>
            <a:r>
              <a:rPr lang="en-IN" dirty="0" err="1"/>
              <a:t>বলতে</a:t>
            </a:r>
            <a:r>
              <a:rPr lang="en-IN" dirty="0"/>
              <a:t> </a:t>
            </a:r>
            <a:r>
              <a:rPr lang="en-IN" dirty="0" err="1"/>
              <a:t>বোঝায়</a:t>
            </a:r>
            <a:r>
              <a:rPr lang="en-IN" dirty="0"/>
              <a:t> </a:t>
            </a:r>
            <a:r>
              <a:rPr lang="en-IN" dirty="0" err="1"/>
              <a:t>এমন</a:t>
            </a:r>
            <a:r>
              <a:rPr lang="en-IN" dirty="0"/>
              <a:t> programming language </a:t>
            </a:r>
            <a:r>
              <a:rPr lang="en-IN" dirty="0" err="1"/>
              <a:t>যা</a:t>
            </a:r>
            <a:r>
              <a:rPr lang="en-IN" dirty="0"/>
              <a:t> </a:t>
            </a:r>
            <a:r>
              <a:rPr lang="en-IN" b="1" dirty="0" err="1"/>
              <a:t>একাধিক</a:t>
            </a:r>
            <a:r>
              <a:rPr lang="en-IN" b="1" dirty="0"/>
              <a:t> programming style </a:t>
            </a:r>
            <a:r>
              <a:rPr lang="en-IN" b="1" dirty="0" err="1"/>
              <a:t>বা</a:t>
            </a:r>
            <a:r>
              <a:rPr lang="en-IN" b="1" dirty="0"/>
              <a:t> paradigm </a:t>
            </a:r>
            <a:r>
              <a:rPr lang="en-IN" b="1" dirty="0" err="1"/>
              <a:t>ব্যবহার</a:t>
            </a:r>
            <a:r>
              <a:rPr lang="en-IN" b="1" dirty="0"/>
              <a:t> </a:t>
            </a:r>
            <a:r>
              <a:rPr lang="en-IN" b="1" dirty="0" err="1"/>
              <a:t>করতে</a:t>
            </a:r>
            <a:r>
              <a:rPr lang="en-IN" b="1" dirty="0"/>
              <a:t> </a:t>
            </a:r>
            <a:r>
              <a:rPr lang="en-IN" b="1" dirty="0" err="1"/>
              <a:t>পারে</a:t>
            </a:r>
            <a:r>
              <a:rPr lang="en-IN" b="1" dirty="0"/>
              <a:t>।</a:t>
            </a:r>
            <a:r>
              <a:rPr lang="en-IN" dirty="0"/>
              <a:t> </a:t>
            </a:r>
            <a:r>
              <a:rPr lang="en-IN" dirty="0" err="1"/>
              <a:t>একটি</a:t>
            </a:r>
            <a:r>
              <a:rPr lang="en-IN" dirty="0"/>
              <a:t> language </a:t>
            </a:r>
            <a:r>
              <a:rPr lang="en-IN" dirty="0" err="1"/>
              <a:t>যদি</a:t>
            </a:r>
            <a:r>
              <a:rPr lang="en-IN" dirty="0"/>
              <a:t> </a:t>
            </a:r>
            <a:r>
              <a:rPr lang="en-IN" b="1" dirty="0"/>
              <a:t>different programming methods</a:t>
            </a:r>
            <a:r>
              <a:rPr lang="en-IN" dirty="0"/>
              <a:t> (</a:t>
            </a:r>
            <a:r>
              <a:rPr lang="en-IN" dirty="0" err="1"/>
              <a:t>যেমন</a:t>
            </a:r>
            <a:r>
              <a:rPr lang="en-IN" dirty="0"/>
              <a:t> procedural, object-oriented, functional) </a:t>
            </a:r>
            <a:r>
              <a:rPr lang="en-IN" dirty="0" err="1"/>
              <a:t>ব্যবহার</a:t>
            </a:r>
            <a:r>
              <a:rPr lang="en-IN" dirty="0"/>
              <a:t> </a:t>
            </a:r>
            <a:r>
              <a:rPr lang="en-IN" dirty="0" err="1"/>
              <a:t>করতে</a:t>
            </a:r>
            <a:r>
              <a:rPr lang="en-IN" dirty="0"/>
              <a:t> </a:t>
            </a:r>
            <a:r>
              <a:rPr lang="en-IN" dirty="0" err="1"/>
              <a:t>পারে</a:t>
            </a:r>
            <a:r>
              <a:rPr lang="en-IN" dirty="0"/>
              <a:t>, </a:t>
            </a:r>
            <a:r>
              <a:rPr lang="en-IN" dirty="0" err="1"/>
              <a:t>তাহলে</a:t>
            </a:r>
            <a:r>
              <a:rPr lang="en-IN" dirty="0"/>
              <a:t> </a:t>
            </a:r>
            <a:r>
              <a:rPr lang="en-IN" dirty="0" err="1"/>
              <a:t>তাকে</a:t>
            </a:r>
            <a:r>
              <a:rPr lang="en-IN" dirty="0"/>
              <a:t> </a:t>
            </a:r>
            <a:r>
              <a:rPr lang="en-IN" b="1" dirty="0"/>
              <a:t>Multi-Paradigm language</a:t>
            </a:r>
            <a:r>
              <a:rPr lang="en-IN" dirty="0"/>
              <a:t> </a:t>
            </a:r>
            <a:r>
              <a:rPr lang="en-IN" dirty="0" err="1"/>
              <a:t>বলা</a:t>
            </a:r>
            <a:r>
              <a:rPr lang="en-IN" dirty="0"/>
              <a:t> </a:t>
            </a:r>
            <a:r>
              <a:rPr lang="en-IN" dirty="0" err="1"/>
              <a:t>হয়</a:t>
            </a:r>
            <a:r>
              <a:rPr lang="en-IN" dirty="0"/>
              <a:t>।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2FD866-B431-0C8B-CD42-9AD9C460D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483" y="2884995"/>
            <a:ext cx="2772042" cy="23636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4B5840-1C91-BCA8-5AB7-7A373CB9C1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839" y="2884995"/>
            <a:ext cx="4580593" cy="23636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324220C-15ED-317F-B334-897FDC968D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7781" y="2884995"/>
            <a:ext cx="2633472" cy="2363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364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5C6845-D61C-FF06-9E1E-AE77FE096EEE}"/>
              </a:ext>
            </a:extLst>
          </p:cNvPr>
          <p:cNvSpPr txBox="1"/>
          <p:nvPr/>
        </p:nvSpPr>
        <p:spPr>
          <a:xfrm>
            <a:off x="1133856" y="1463040"/>
            <a:ext cx="1017727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  Imperative Programming - </a:t>
            </a:r>
            <a:r>
              <a:rPr lang="en-IN" b="1" dirty="0"/>
              <a:t>Imperative</a:t>
            </a:r>
            <a:r>
              <a:rPr lang="en-IN" dirty="0"/>
              <a:t> </a:t>
            </a:r>
            <a:r>
              <a:rPr lang="en-IN" dirty="0" err="1"/>
              <a:t>হলো</a:t>
            </a:r>
            <a:r>
              <a:rPr lang="en-IN" dirty="0"/>
              <a:t> </a:t>
            </a:r>
            <a:r>
              <a:rPr lang="en-IN" dirty="0" err="1"/>
              <a:t>এমন</a:t>
            </a:r>
            <a:r>
              <a:rPr lang="en-IN" dirty="0"/>
              <a:t> </a:t>
            </a:r>
            <a:r>
              <a:rPr lang="en-IN" dirty="0" err="1"/>
              <a:t>একটি</a:t>
            </a:r>
            <a:r>
              <a:rPr lang="en-IN" dirty="0"/>
              <a:t> programming style </a:t>
            </a:r>
            <a:r>
              <a:rPr lang="en-IN" dirty="0" err="1"/>
              <a:t>যেখানে</a:t>
            </a:r>
            <a:r>
              <a:rPr lang="en-IN" dirty="0"/>
              <a:t> </a:t>
            </a:r>
            <a:r>
              <a:rPr lang="en-IN" b="1" dirty="0"/>
              <a:t>programme </a:t>
            </a:r>
            <a:r>
              <a:rPr lang="en-IN" b="1" dirty="0" err="1"/>
              <a:t>ধাপে</a:t>
            </a:r>
            <a:r>
              <a:rPr lang="en-IN" b="1" dirty="0"/>
              <a:t> </a:t>
            </a:r>
            <a:r>
              <a:rPr lang="en-IN" b="1" dirty="0" err="1"/>
              <a:t>ধাপে</a:t>
            </a:r>
            <a:r>
              <a:rPr lang="en-IN" b="1" dirty="0"/>
              <a:t> (step by step) instruction </a:t>
            </a:r>
            <a:r>
              <a:rPr lang="en-IN" b="1" dirty="0" err="1"/>
              <a:t>লিখে</a:t>
            </a:r>
            <a:r>
              <a:rPr lang="en-IN" b="1" dirty="0"/>
              <a:t> </a:t>
            </a:r>
            <a:r>
              <a:rPr lang="en-IN" b="1" dirty="0" err="1"/>
              <a:t>বলে</a:t>
            </a:r>
            <a:r>
              <a:rPr lang="en-IN" b="1" dirty="0"/>
              <a:t> </a:t>
            </a:r>
            <a:r>
              <a:rPr lang="en-IN" b="1" dirty="0" err="1"/>
              <a:t>দেয়</a:t>
            </a:r>
            <a:r>
              <a:rPr lang="en-IN" b="1" dirty="0"/>
              <a:t> </a:t>
            </a:r>
            <a:r>
              <a:rPr lang="en-IN" b="1" dirty="0" err="1"/>
              <a:t>কম্পিউটারকে</a:t>
            </a:r>
            <a:r>
              <a:rPr lang="en-IN" b="1" dirty="0"/>
              <a:t> </a:t>
            </a:r>
            <a:r>
              <a:rPr lang="en-IN" b="1" dirty="0" err="1"/>
              <a:t>কীভাবে</a:t>
            </a:r>
            <a:r>
              <a:rPr lang="en-IN" b="1" dirty="0"/>
              <a:t> </a:t>
            </a:r>
            <a:r>
              <a:rPr lang="en-IN" b="1" dirty="0" err="1"/>
              <a:t>কাজ</a:t>
            </a:r>
            <a:r>
              <a:rPr lang="en-IN" b="1" dirty="0"/>
              <a:t> </a:t>
            </a:r>
            <a:r>
              <a:rPr lang="en-IN" b="1" dirty="0" err="1"/>
              <a:t>করতে</a:t>
            </a:r>
            <a:r>
              <a:rPr lang="en-IN" b="1" dirty="0"/>
              <a:t> </a:t>
            </a:r>
            <a:r>
              <a:rPr lang="en-IN" b="1" dirty="0" err="1"/>
              <a:t>হবে</a:t>
            </a:r>
            <a:r>
              <a:rPr lang="en-IN" dirty="0"/>
              <a:t>। </a:t>
            </a:r>
            <a:r>
              <a:rPr lang="en-IN" dirty="0" err="1"/>
              <a:t>এখানে</a:t>
            </a:r>
            <a:r>
              <a:rPr lang="en-IN" dirty="0"/>
              <a:t> </a:t>
            </a:r>
            <a:r>
              <a:rPr lang="en-IN" dirty="0" err="1"/>
              <a:t>প্রোগ্রামার</a:t>
            </a:r>
            <a:r>
              <a:rPr lang="en-IN" dirty="0"/>
              <a:t> </a:t>
            </a:r>
            <a:r>
              <a:rPr lang="en-IN" b="1" dirty="0" err="1"/>
              <a:t>একটার</a:t>
            </a:r>
            <a:r>
              <a:rPr lang="en-IN" b="1" dirty="0"/>
              <a:t> </a:t>
            </a:r>
            <a:r>
              <a:rPr lang="en-IN" b="1" dirty="0" err="1"/>
              <a:t>পর</a:t>
            </a:r>
            <a:r>
              <a:rPr lang="en-IN" b="1" dirty="0"/>
              <a:t> </a:t>
            </a:r>
            <a:r>
              <a:rPr lang="en-IN" b="1" dirty="0" err="1"/>
              <a:t>একটা</a:t>
            </a:r>
            <a:r>
              <a:rPr lang="en-IN" b="1" dirty="0"/>
              <a:t> command </a:t>
            </a:r>
            <a:r>
              <a:rPr lang="en-IN" b="1" dirty="0" err="1"/>
              <a:t>দেয়</a:t>
            </a:r>
            <a:r>
              <a:rPr lang="en-IN" dirty="0"/>
              <a:t> </a:t>
            </a:r>
            <a:r>
              <a:rPr lang="en-IN" dirty="0" err="1"/>
              <a:t>এবং</a:t>
            </a:r>
            <a:r>
              <a:rPr lang="en-IN" dirty="0"/>
              <a:t> </a:t>
            </a:r>
            <a:r>
              <a:rPr lang="en-IN" dirty="0" err="1"/>
              <a:t>কম্পিউটার</a:t>
            </a:r>
            <a:r>
              <a:rPr lang="en-IN" dirty="0"/>
              <a:t> </a:t>
            </a:r>
            <a:r>
              <a:rPr lang="en-IN" dirty="0" err="1"/>
              <a:t>সেই</a:t>
            </a:r>
            <a:r>
              <a:rPr lang="en-IN" dirty="0"/>
              <a:t> </a:t>
            </a:r>
            <a:r>
              <a:rPr lang="en-IN" dirty="0" err="1"/>
              <a:t>অনুযায়ী</a:t>
            </a:r>
            <a:r>
              <a:rPr lang="en-IN" dirty="0"/>
              <a:t> </a:t>
            </a:r>
            <a:r>
              <a:rPr lang="en-IN" dirty="0" err="1"/>
              <a:t>কাজ</a:t>
            </a:r>
            <a:r>
              <a:rPr lang="en-IN" dirty="0"/>
              <a:t> </a:t>
            </a:r>
            <a:r>
              <a:rPr lang="en-IN" dirty="0" err="1"/>
              <a:t>করে</a:t>
            </a:r>
            <a:r>
              <a:rPr lang="en-IN" dirty="0"/>
              <a:t>।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dirty="0"/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DD4DAC-24AB-7F47-F1B0-BCC1DF885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0366" y="2833301"/>
            <a:ext cx="3233989" cy="3028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845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A11009CA-D912-DC5E-A1F7-9D3FDEDD2154}"/>
              </a:ext>
            </a:extLst>
          </p:cNvPr>
          <p:cNvSpPr txBox="1"/>
          <p:nvPr/>
        </p:nvSpPr>
        <p:spPr>
          <a:xfrm>
            <a:off x="1408176" y="1426465"/>
            <a:ext cx="831189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err="1"/>
              <a:t>Declaretive</a:t>
            </a:r>
            <a:r>
              <a:rPr lang="en-US" b="1" u="sng" dirty="0"/>
              <a:t>-Programming:-</a:t>
            </a:r>
            <a:r>
              <a:rPr lang="en-US" b="1" dirty="0"/>
              <a:t> </a:t>
            </a:r>
            <a:r>
              <a:rPr lang="en-IN" dirty="0"/>
              <a:t>Declarative </a:t>
            </a:r>
            <a:r>
              <a:rPr lang="en-IN" dirty="0" err="1"/>
              <a:t>হলো</a:t>
            </a:r>
            <a:r>
              <a:rPr lang="en-IN" dirty="0"/>
              <a:t> </a:t>
            </a:r>
            <a:r>
              <a:rPr lang="en-IN" dirty="0" err="1"/>
              <a:t>এমন</a:t>
            </a:r>
            <a:r>
              <a:rPr lang="en-IN" dirty="0"/>
              <a:t> programming style </a:t>
            </a:r>
            <a:r>
              <a:rPr lang="en-IN" dirty="0" err="1"/>
              <a:t>যেখানে</a:t>
            </a:r>
            <a:r>
              <a:rPr lang="en-IN" dirty="0"/>
              <a:t> </a:t>
            </a:r>
            <a:r>
              <a:rPr lang="en-IN" dirty="0" err="1"/>
              <a:t>কি</a:t>
            </a:r>
            <a:r>
              <a:rPr lang="en-IN" dirty="0"/>
              <a:t> </a:t>
            </a:r>
            <a:r>
              <a:rPr lang="en-IN" dirty="0" err="1"/>
              <a:t>করতে</a:t>
            </a:r>
            <a:r>
              <a:rPr lang="en-IN" dirty="0"/>
              <a:t> </a:t>
            </a:r>
            <a:r>
              <a:rPr lang="en-IN" dirty="0" err="1"/>
              <a:t>হবে</a:t>
            </a:r>
            <a:r>
              <a:rPr lang="en-IN" dirty="0"/>
              <a:t> (what to do) </a:t>
            </a:r>
            <a:r>
              <a:rPr lang="en-IN" dirty="0" err="1"/>
              <a:t>সেটা</a:t>
            </a:r>
            <a:r>
              <a:rPr lang="en-IN" dirty="0"/>
              <a:t> </a:t>
            </a:r>
            <a:r>
              <a:rPr lang="en-IN" dirty="0" err="1"/>
              <a:t>বলা</a:t>
            </a:r>
            <a:r>
              <a:rPr lang="en-IN" dirty="0"/>
              <a:t> </a:t>
            </a:r>
            <a:r>
              <a:rPr lang="en-IN" dirty="0" err="1"/>
              <a:t>হয়</a:t>
            </a:r>
            <a:r>
              <a:rPr lang="en-IN" dirty="0"/>
              <a:t>, </a:t>
            </a:r>
            <a:r>
              <a:rPr lang="en-IN" dirty="0" err="1"/>
              <a:t>কিন্তু</a:t>
            </a:r>
            <a:r>
              <a:rPr lang="en-IN" dirty="0"/>
              <a:t> </a:t>
            </a:r>
            <a:r>
              <a:rPr lang="en-IN" dirty="0" err="1"/>
              <a:t>কিভাবে</a:t>
            </a:r>
            <a:r>
              <a:rPr lang="en-IN" dirty="0"/>
              <a:t> </a:t>
            </a:r>
            <a:r>
              <a:rPr lang="en-IN" dirty="0" err="1"/>
              <a:t>করতে</a:t>
            </a:r>
            <a:r>
              <a:rPr lang="en-IN" dirty="0"/>
              <a:t> </a:t>
            </a:r>
            <a:r>
              <a:rPr lang="en-IN" dirty="0" err="1"/>
              <a:t>হবে</a:t>
            </a:r>
            <a:r>
              <a:rPr lang="en-IN" dirty="0"/>
              <a:t> (how to do) </a:t>
            </a:r>
            <a:r>
              <a:rPr lang="en-IN" dirty="0" err="1"/>
              <a:t>সেটা</a:t>
            </a:r>
            <a:r>
              <a:rPr lang="en-IN" dirty="0"/>
              <a:t> </a:t>
            </a:r>
            <a:r>
              <a:rPr lang="en-IN" dirty="0" err="1"/>
              <a:t>বিস্তারিত</a:t>
            </a:r>
            <a:r>
              <a:rPr lang="en-IN" dirty="0"/>
              <a:t> </a:t>
            </a:r>
            <a:r>
              <a:rPr lang="en-IN" dirty="0" err="1"/>
              <a:t>বলা</a:t>
            </a:r>
            <a:r>
              <a:rPr lang="en-IN" dirty="0"/>
              <a:t> </a:t>
            </a:r>
            <a:r>
              <a:rPr lang="en-IN" dirty="0" err="1"/>
              <a:t>হয়</a:t>
            </a:r>
            <a:r>
              <a:rPr lang="en-IN" dirty="0"/>
              <a:t> </a:t>
            </a:r>
            <a:r>
              <a:rPr lang="en-IN" dirty="0" err="1"/>
              <a:t>না</a:t>
            </a:r>
            <a:r>
              <a:rPr lang="en-IN" dirty="0"/>
              <a:t>। </a:t>
            </a:r>
            <a:r>
              <a:rPr lang="en-IN" dirty="0" err="1"/>
              <a:t>এখানে</a:t>
            </a:r>
            <a:r>
              <a:rPr lang="en-IN" dirty="0"/>
              <a:t> programmer </a:t>
            </a:r>
            <a:r>
              <a:rPr lang="en-IN" dirty="0" err="1"/>
              <a:t>শুধু</a:t>
            </a:r>
            <a:r>
              <a:rPr lang="en-IN" b="1" dirty="0"/>
              <a:t> </a:t>
            </a:r>
            <a:r>
              <a:rPr lang="en-IN" dirty="0"/>
              <a:t>result </a:t>
            </a:r>
            <a:r>
              <a:rPr lang="en-IN" dirty="0" err="1"/>
              <a:t>বা</a:t>
            </a:r>
            <a:r>
              <a:rPr lang="en-IN" dirty="0"/>
              <a:t> goal </a:t>
            </a:r>
            <a:r>
              <a:rPr lang="en-IN" dirty="0" err="1"/>
              <a:t>বলে</a:t>
            </a:r>
            <a:r>
              <a:rPr lang="en-IN" dirty="0"/>
              <a:t> </a:t>
            </a:r>
            <a:r>
              <a:rPr lang="en-IN" dirty="0" err="1"/>
              <a:t>দেয়</a:t>
            </a:r>
            <a:r>
              <a:rPr lang="en-IN" dirty="0"/>
              <a:t>, </a:t>
            </a:r>
            <a:r>
              <a:rPr lang="en-IN" dirty="0" err="1"/>
              <a:t>আর</a:t>
            </a:r>
            <a:r>
              <a:rPr lang="en-IN" dirty="0"/>
              <a:t> system </a:t>
            </a:r>
            <a:r>
              <a:rPr lang="en-IN" dirty="0" err="1"/>
              <a:t>নিজেই</a:t>
            </a:r>
            <a:r>
              <a:rPr lang="en-IN" dirty="0"/>
              <a:t> </a:t>
            </a:r>
            <a:r>
              <a:rPr lang="en-IN" dirty="0" err="1"/>
              <a:t>ঠিক</a:t>
            </a:r>
            <a:r>
              <a:rPr lang="en-IN" dirty="0"/>
              <a:t> </a:t>
            </a:r>
            <a:r>
              <a:rPr lang="en-IN" dirty="0" err="1"/>
              <a:t>করে</a:t>
            </a:r>
            <a:r>
              <a:rPr lang="en-IN" dirty="0"/>
              <a:t> </a:t>
            </a:r>
            <a:r>
              <a:rPr lang="en-IN" dirty="0" err="1"/>
              <a:t>কিভাবে</a:t>
            </a:r>
            <a:r>
              <a:rPr lang="en-IN" dirty="0"/>
              <a:t> </a:t>
            </a:r>
            <a:r>
              <a:rPr lang="en-IN" dirty="0" err="1"/>
              <a:t>কাজটা</a:t>
            </a:r>
            <a:r>
              <a:rPr lang="en-IN" dirty="0"/>
              <a:t> </a:t>
            </a:r>
            <a:r>
              <a:rPr lang="en-IN" dirty="0" err="1"/>
              <a:t>করবে</a:t>
            </a:r>
            <a:r>
              <a:rPr lang="en-IN" dirty="0"/>
              <a:t>।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A6ADEE7-5B3F-3157-18B9-C7322FE74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220" y="2956650"/>
            <a:ext cx="5397075" cy="2612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449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49AD7D-2B71-36D7-1A58-350F1DB88061}"/>
              </a:ext>
            </a:extLst>
          </p:cNvPr>
          <p:cNvSpPr txBox="1"/>
          <p:nvPr/>
        </p:nvSpPr>
        <p:spPr>
          <a:xfrm>
            <a:off x="2834640" y="2295144"/>
            <a:ext cx="68762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38635440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92</TotalTime>
  <Words>374</Words>
  <Application>Microsoft Office PowerPoint</Application>
  <PresentationFormat>Widescreen</PresentationFormat>
  <Paragraphs>64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Century Gothic</vt:lpstr>
      <vt:lpstr>Wingdings</vt:lpstr>
      <vt:lpstr>Vapor Trail</vt:lpstr>
      <vt:lpstr>       JAVASCRIPT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SOUMYAJIT SANTRA</dc:creator>
  <cp:lastModifiedBy>SOUMYAJIT SANTRA</cp:lastModifiedBy>
  <cp:revision>1</cp:revision>
  <dcterms:created xsi:type="dcterms:W3CDTF">2026-03-26T04:58:16Z</dcterms:created>
  <dcterms:modified xsi:type="dcterms:W3CDTF">2026-03-26T06:30:26Z</dcterms:modified>
</cp:coreProperties>
</file>